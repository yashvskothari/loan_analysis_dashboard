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66" r:id="rId5"/>
    <p:sldId id="256" r:id="rId6"/>
    <p:sldId id="257" r:id="rId7"/>
    <p:sldId id="258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92D050"/>
                </a:solidFill>
              </a:rPr>
              <a:t>You can use the data in any DB to fire queries. Queries used will remain same</a:t>
            </a:r>
          </a:p>
        </p:txBody>
      </p:sp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964A68-B481-FDBC-FBB9-52425E65C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36" y="0"/>
            <a:ext cx="12214072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0224D6-3FB8-E847-D4DE-A91878A90CBD}"/>
              </a:ext>
            </a:extLst>
          </p:cNvPr>
          <p:cNvSpPr txBox="1"/>
          <p:nvPr/>
        </p:nvSpPr>
        <p:spPr>
          <a:xfrm>
            <a:off x="0" y="0"/>
            <a:ext cx="2052735" cy="43941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lang="en-IN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AA4628-0EE3-7EC4-C370-2A0B2BE64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22" y="0"/>
            <a:ext cx="12228243" cy="6857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72BB8C-14B1-9EC0-65CA-25EEC345F1A3}"/>
              </a:ext>
            </a:extLst>
          </p:cNvPr>
          <p:cNvSpPr txBox="1"/>
          <p:nvPr/>
        </p:nvSpPr>
        <p:spPr>
          <a:xfrm>
            <a:off x="73928" y="1"/>
            <a:ext cx="1764204" cy="4945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lang="en-IN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0D7939-6504-7430-B6E9-29AEB10BA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36" y="0"/>
            <a:ext cx="12214071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3634018-146B-5FEE-B785-44E0B7DB8FEF}"/>
              </a:ext>
            </a:extLst>
          </p:cNvPr>
          <p:cNvSpPr/>
          <p:nvPr/>
        </p:nvSpPr>
        <p:spPr>
          <a:xfrm>
            <a:off x="74645" y="0"/>
            <a:ext cx="1940767" cy="4851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682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Yash Kothari</cp:lastModifiedBy>
  <cp:revision>13</cp:revision>
  <dcterms:created xsi:type="dcterms:W3CDTF">2023-10-07T01:44:58Z</dcterms:created>
  <dcterms:modified xsi:type="dcterms:W3CDTF">2026-07-05T17:47:04Z</dcterms:modified>
</cp:coreProperties>
</file>